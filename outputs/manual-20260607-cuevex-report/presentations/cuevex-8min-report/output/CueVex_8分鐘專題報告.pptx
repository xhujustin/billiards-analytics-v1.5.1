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35de861fc24c2c" /><Relationship Type="http://schemas.openxmlformats.org/officeDocument/2006/relationships/extended-properties" Target="/docProps/app.xml" Id="R8c610d1591a64a59" /><Relationship Type="http://schemas.openxmlformats.org/officeDocument/2006/relationships/officeDocument" Target="/ppt/presentation.xml" Id="Rc8b8f9f3d91f48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e0fc632d0450f"/>
  </p:sldMasterIdLst>
  <p:notesMasterIdLst>
    <p:notesMasterId xmlns:r="http://schemas.openxmlformats.org/officeDocument/2006/relationships" r:id="R14749e8130bc4e35"/>
  </p:notesMasterIdLst>
  <p:sldIdLst>
    <p:sldId xmlns:r="http://schemas.openxmlformats.org/officeDocument/2006/relationships" id="256" r:id="R2f8e211ce6994657"/>
    <p:sldId xmlns:r="http://schemas.openxmlformats.org/officeDocument/2006/relationships" id="257" r:id="Rea0def26bc704d7e"/>
    <p:sldId xmlns:r="http://schemas.openxmlformats.org/officeDocument/2006/relationships" id="258" r:id="Rfa83dc47f1d34ce8"/>
    <p:sldId xmlns:r="http://schemas.openxmlformats.org/officeDocument/2006/relationships" id="259" r:id="R322abad9338141d7"/>
    <p:sldId xmlns:r="http://schemas.openxmlformats.org/officeDocument/2006/relationships" id="260" r:id="R4e6c0d09d50e4ca8"/>
    <p:sldId xmlns:r="http://schemas.openxmlformats.org/officeDocument/2006/relationships" id="261" r:id="Rdece4bf460bc4d83"/>
    <p:sldId xmlns:r="http://schemas.openxmlformats.org/officeDocument/2006/relationships" id="262" r:id="R4ea679e18825448d"/>
    <p:sldId xmlns:r="http://schemas.openxmlformats.org/officeDocument/2006/relationships" id="263" r:id="R1376b9a6e5ae42e7"/>
    <p:sldId xmlns:r="http://schemas.openxmlformats.org/officeDocument/2006/relationships" id="264" r:id="Ra2c241c6873d41a6"/>
    <p:sldId xmlns:r="http://schemas.openxmlformats.org/officeDocument/2006/relationships" id="265" r:id="Rd78ce7e71dd04766"/>
    <p:sldId xmlns:r="http://schemas.openxmlformats.org/officeDocument/2006/relationships" id="266" r:id="R76242b67752141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e8afc179a440b0" /><Relationship Type="http://schemas.openxmlformats.org/officeDocument/2006/relationships/slideMaster" Target="/ppt/slideMasters/slideMaster1.xml" Id="Raa0e0fc632d0450f" /><Relationship Type="http://schemas.openxmlformats.org/officeDocument/2006/relationships/notesMaster" Target="/ppt/notesMasters/notesMaster1.xml" Id="R14749e8130bc4e35" /><Relationship Type="http://schemas.openxmlformats.org/officeDocument/2006/relationships/presProps" Target="/ppt/presProps.xml" Id="Reb140d9c62274606" /><Relationship Type="http://schemas.openxmlformats.org/officeDocument/2006/relationships/viewProps" Target="/ppt/viewProps.xml" Id="R63bb6e6d9fa442a7" /><Relationship Type="http://schemas.openxmlformats.org/officeDocument/2006/relationships/tableStyles" Target="/ppt/tableStyles.xml" Id="R7aafc6bfc1ad4231" /><Relationship Type="http://schemas.openxmlformats.org/officeDocument/2006/relationships/slide" Target="/ppt/slides/slide1.xml" Id="R2f8e211ce6994657" /><Relationship Type="http://schemas.openxmlformats.org/officeDocument/2006/relationships/slide" Target="/ppt/slides/slide2.xml" Id="Rea0def26bc704d7e" /><Relationship Type="http://schemas.openxmlformats.org/officeDocument/2006/relationships/slide" Target="/ppt/slides/slide3.xml" Id="Rfa83dc47f1d34ce8" /><Relationship Type="http://schemas.openxmlformats.org/officeDocument/2006/relationships/slide" Target="/ppt/slides/slide4.xml" Id="R322abad9338141d7" /><Relationship Type="http://schemas.openxmlformats.org/officeDocument/2006/relationships/slide" Target="/ppt/slides/slide5.xml" Id="R4e6c0d09d50e4ca8" /><Relationship Type="http://schemas.openxmlformats.org/officeDocument/2006/relationships/slide" Target="/ppt/slides/slide6.xml" Id="Rdece4bf460bc4d83" /><Relationship Type="http://schemas.openxmlformats.org/officeDocument/2006/relationships/slide" Target="/ppt/slides/slide7.xml" Id="R4ea679e18825448d" /><Relationship Type="http://schemas.openxmlformats.org/officeDocument/2006/relationships/slide" Target="/ppt/slides/slide8.xml" Id="R1376b9a6e5ae42e7" /><Relationship Type="http://schemas.openxmlformats.org/officeDocument/2006/relationships/slide" Target="/ppt/slides/slide9.xml" Id="Ra2c241c6873d41a6" /><Relationship Type="http://schemas.openxmlformats.org/officeDocument/2006/relationships/slide" Target="/ppt/slides/slide10.xml" Id="Rd78ce7e71dd04766" /><Relationship Type="http://schemas.openxmlformats.org/officeDocument/2006/relationships/slide" Target="/ppt/slides/slide11.xml" Id="R76242b67752141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9a77e90e04b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0ac6cb43dd46e3" /><Relationship Type="http://schemas.openxmlformats.org/officeDocument/2006/relationships/notesMaster" Target="/ppt/notesMasters/notesMaster1.xml" Id="Rcd926d72bfd04b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fa44af193f48a0" /><Relationship Type="http://schemas.openxmlformats.org/officeDocument/2006/relationships/notesMaster" Target="/ppt/notesMasters/notesMaster1.xml" Id="R89cb0de998bb4f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5239b5cc1947a0" /><Relationship Type="http://schemas.openxmlformats.org/officeDocument/2006/relationships/notesMaster" Target="/ppt/notesMasters/notesMaster1.xml" Id="Re322dc414f2346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13a531b4d042bc" /><Relationship Type="http://schemas.openxmlformats.org/officeDocument/2006/relationships/notesMaster" Target="/ppt/notesMasters/notesMaster1.xml" Id="R453e63b97596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7ac73293304de2" /><Relationship Type="http://schemas.openxmlformats.org/officeDocument/2006/relationships/notesMaster" Target="/ppt/notesMasters/notesMaster1.xml" Id="R829c7913ac2c44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ffee86128a456d" /><Relationship Type="http://schemas.openxmlformats.org/officeDocument/2006/relationships/notesMaster" Target="/ppt/notesMasters/notesMaster1.xml" Id="R484b013985574c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d4d87f55814d82" /><Relationship Type="http://schemas.openxmlformats.org/officeDocument/2006/relationships/notesMaster" Target="/ppt/notesMasters/notesMaster1.xml" Id="R1bc2a31db4774e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894230b77c4b6f" /><Relationship Type="http://schemas.openxmlformats.org/officeDocument/2006/relationships/notesMaster" Target="/ppt/notesMasters/notesMaster1.xml" Id="R8c2ad4092ef149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c4813753444250" /><Relationship Type="http://schemas.openxmlformats.org/officeDocument/2006/relationships/notesMaster" Target="/ppt/notesMasters/notesMaster1.xml" Id="R60de5d8828994c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07daccfc6a4edd" /><Relationship Type="http://schemas.openxmlformats.org/officeDocument/2006/relationships/notesMaster" Target="/ppt/notesMasters/notesMaster1.xml" Id="R7f8b91ea66de42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192ebabce64c77" /><Relationship Type="http://schemas.openxmlformats.org/officeDocument/2006/relationships/notesMaster" Target="/ppt/notesMasters/notesMaster1.xml" Id="Ra8dbdd8c570f4e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fa18533a44c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03f83212374e94" /><Relationship Type="http://schemas.openxmlformats.org/officeDocument/2006/relationships/slideLayout" Target="/ppt/slideLayouts/slideLayout1.xml" Id="Rf0f8599e86a34a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f8599e86a34a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6dc0966e946fa" /><Relationship Type="http://schemas.openxmlformats.org/officeDocument/2006/relationships/notesSlide" Target="/ppt/notesSlides/notesSlide1.xml" Id="R4125ca76734e44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b99d3e6de4dff" /><Relationship Type="http://schemas.openxmlformats.org/officeDocument/2006/relationships/notesSlide" Target="/ppt/notesSlides/notesSlide2.xml" Id="R2c2fbd2dec4145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7c31c886f41f5" /><Relationship Type="http://schemas.openxmlformats.org/officeDocument/2006/relationships/notesSlide" Target="/ppt/notesSlides/notesSlide3.xml" Id="R83f6e162ddfd4c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8cf71279e49ee" /><Relationship Type="http://schemas.openxmlformats.org/officeDocument/2006/relationships/notesSlide" Target="/ppt/notesSlides/notesSlide4.xml" Id="Rf95968d2179749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7ccf6fa6445b5" /><Relationship Type="http://schemas.openxmlformats.org/officeDocument/2006/relationships/notesSlide" Target="/ppt/notesSlides/notesSlide5.xml" Id="Rd8dc33a52dc14a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623d180c24828" /><Relationship Type="http://schemas.openxmlformats.org/officeDocument/2006/relationships/notesSlide" Target="/ppt/notesSlides/notesSlide6.xml" Id="R3174b349f8e344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2df0077054f62" /><Relationship Type="http://schemas.openxmlformats.org/officeDocument/2006/relationships/notesSlide" Target="/ppt/notesSlides/notesSlide7.xml" Id="R956e17259e6a48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032c0833f4835" /><Relationship Type="http://schemas.openxmlformats.org/officeDocument/2006/relationships/notesSlide" Target="/ppt/notesSlides/notesSlide8.xml" Id="R4d27af8d17df4b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7e61a52fa4ba7" /><Relationship Type="http://schemas.openxmlformats.org/officeDocument/2006/relationships/notesSlide" Target="/ppt/notesSlides/notesSlide9.xml" Id="R9921bbea6b514d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c9b5c101f4f41" /><Relationship Type="http://schemas.openxmlformats.org/officeDocument/2006/relationships/notesSlide" Target="/ppt/notesSlides/notesSlide10.xml" Id="Rddeb3ca43be44c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ab446c33b4378" /><Relationship Type="http://schemas.openxmlformats.org/officeDocument/2006/relationships/notesSlide" Target="/ppt/notesSlides/notesSlide11.xml" Id="R3793862c9d0042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F4B7A-095D-4515-8F62-0F3C5ADD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CC55E-0DD3-4CD3-8F9E-918A338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51A5C-6B4E-4E58-AEF2-5B178418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8572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1F"/>
          </a:solidFill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40C48-B526-44E2-B458-85920134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9525">
            <a:solidFill>
              <a:srgbClr val="F6F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406F0-1193-4B47-8BDF-68AB175C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831FE-BB04-4164-B6D3-4E72780F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9525">
            <a:solidFill>
              <a:srgbClr val="C06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9951B-804A-4092-B4F6-FA6273D0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DE0CF-3E40-4EA8-BEA3-F954F746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專題報告｜8 分鐘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D55F6-B849-4E54-AD54-1EFBCAFB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CueVex 智慧撞球訓練平台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99CCE-4DE5-4066-AD97-AD5BC97B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AE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CEAE3"/>
                </a:solidFill>
                <a:latin typeface="Aptos"/>
                <a:ea typeface="Aptos"/>
                <a:cs typeface="Aptos"/>
              </a:rPr>
              <a:t>即時球位辨識、投影輔助、AI Coach 與 Mobile 數據服務整合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2302A-7339-4D50-A5C7-12996AD7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628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把撞球練習從一次性觀看，改成可辨識、可建議、可回放、可追蹤的訓練閉環。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C72E0-7F84-477A-8FF8-B03494C9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4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FD4CE"/>
                </a:solidFill>
                <a:latin typeface="Aptos"/>
                <a:ea typeface="Aptos"/>
                <a:cs typeface="Aptos"/>
              </a:rPr>
              <a:t>組員 / 指導老師 / 課程名稱：可於此頁直接編輯</a:t>
            </a:r>
          </a:p>
        </p:txBody>
      </p:sp>
    </p:spTree>
    <p:extLst>
      <p:ext uri="{BB962C8B-B14F-4D97-AF65-F5344CB8AC3E}">
        <p14:creationId xmlns:p14="http://schemas.microsoft.com/office/powerpoint/2010/main" val="3267896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67042-7826-48BB-B0CA-E3AC517C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66AB0-2381-4938-8B81-8D6CF93F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FA134-1770-4B72-8503-FF4C4BC0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855C8-5144-4898-B3E1-315E7DF8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01 問題與目標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C5A53-F52A-41CA-ADB3-E2D6BDE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6C4EB-9230-4288-BCEF-58D2ECE4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撞球練習缺少連續且可量化的回饋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8107C-83FA-4ABA-8736-D77E4243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 的核心目標不是單一辨識模型，而是把練習現場到後續分析串成完整流程。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1243B-349A-4F77-A37F-D828C266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488E7-2D5E-4790-8696-73399710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2C903-24AA-4564-9C09-C226C281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現場問題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53497-94E6-46C6-9B33-66D3670F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玩家打完一桿後，通常只能靠經驗判斷球路、力道與母球控制。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86032-EBC5-4A92-BEFF-FFF0D38D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5DB38-8B12-49CE-9074-38483DC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7EAD6-9953-40CA-84B2-7A350EC6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資料斷點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B9B93-7401-407D-B9CE-37A59E5F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即時畫面、擊球結果、練習紀錄與手機端成長追蹤分散在不同地方。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9034A-D960-43B3-AA52-FC3D2F36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EA714-8490-4EE5-B64A-866FA3E0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89C8C-7428-4968-8925-B9163A99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專題目標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11145-01FD-47F7-BB6F-5FAC3FC1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用 AI 視覺與產品流程建立「看見問題、得到建議、累積資料」的閉環。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5375A-26F9-4D41-B3B3-30D89782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9906570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59BA4A-AA48-4C15-9F4F-C7308D9C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1C011-ABCC-40F5-80CA-43DFD8DB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79C57-C509-4D2C-8D09-0A492EC7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7CC9A-F1A9-45A5-9A16-ED7F1252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02 整體解法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F2F61-DA92-497C-B47B-343D9955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95DC2-BB91-4574-B3E3-76665863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本機即時硬體處理，雲端承接帳號與手機服務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CCA23-A5F8-4B9D-BA3B-51B115F8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系統刻意把低延遲硬體流程留在桌面端，把跨裝置帳號、社群與數據服務放到雲端。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4F3EE-A3BB-4A6C-A1E9-546693EA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7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11EC5-1161-4221-B2CC-19AF8490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24C98-5C8F-440A-965F-B88BAD02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桌面端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6CE68-9936-437A-8702-937B1F56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相機 / YOLO / 校正 / 投影 / 錄影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B7082-FE7D-455B-B100-285D1E8A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34034-B8A8-4F03-A480-975D1D46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9DAF2-5DBF-4B65-846D-1F3AC9FA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B2BAF-AFAF-4DEC-A14D-5B6B53B1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A0D65-8574-47A9-932C-1383B37C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後端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FDFD1-55F6-4A14-A3A1-3E7D20DE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FastAPI / REST / WebSocket /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5CF2A-302E-41A8-A8C1-3E67F617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E8B6C-EE2E-47B2-8368-7911BB8A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68C89-EE00-43C5-833A-BE7B6B0F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7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AD707-463D-42CB-B085-168BAFB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F9C06-C9CD-4A06-B7F4-9EFE60C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Coach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E53CA-585E-4AEF-BB5E-2287D858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穩定性偵測 / 語意整理 / vLLM Gemma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C4D511-7855-49EB-861D-2C5FEBE9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756C01-E99F-4C1A-A5AC-0A743DD6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71AD2-0B13-4816-9F05-6D00CC07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C96F44-CFD4-4FFF-8280-41692121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BEBBA-F380-481F-836C-0B2B78F2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Mobile 雲端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B7810E-A1FC-437F-AAFF-86340967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Cloud Run mobile-lite / Supabase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2BF1E-2094-4EFB-80E9-945CF570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8707677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EC2162-C6DF-4E82-AEB2-BD84EDB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FE6B7-C221-40BD-B961-731AF3A6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EE517-5D2E-4D5E-9EF7-97AE37E1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EF3B9-E145-4068-A1DC-AC5E47D3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03 桌面端架構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765E0-2740-457A-9FC2-9D9AE31E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4EC42-9E9A-4A08-98B2-CA92D624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影像與控制分流，降低即時畫面同步複雜度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EB124-98D0-4817-86C7-712F38D6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後端合成 Burn-in MJPEG，前端專注操作與狀態；WebSocket 負責控制與健康狀態同步。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A9102-1C99-4B11-9FDA-C9B4FFD6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5EC02-83CF-4EEE-9EBE-B8EA7F22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8F0B2-20B1-4CA7-8880-694E8AC8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Burn-in MJPEG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F2528-15A3-491E-B5D0-5018774E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overlay 在後端合成，前端播放已標註串流，避免前端重畫與影像不同步。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DC4A8-3101-4CD9-BBB7-544181E8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A63B1-9FA9-4CDB-A58A-8BD0F540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320D8-4E7E-4C75-B3C4-214CB8B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REST + WebSocket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B6C10-2911-4A40-9082-199DC393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Session、stream status、practice、recording 走 API；即時狀態走 WebSocket。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1A0AB-E1DC-47C6-98D8-243C1EE9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C2BFC-2C7B-4CA4-B5B1-EE78AF84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6B94E-ACE7-488A-BA48-C1E1F736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Session 權限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AEA7F-D8FB-4747-8F22-0B65FEA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以 session 作為最小控制單位，支援 kick-old、角色與控制權管理。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AE75B-3BA2-402E-8D1C-F23D1406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5825129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93AF3-46AF-4AF5-991A-D0C35D94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BFDFC-5D7B-414F-9762-9A1B3D9F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7415F-59A5-4577-AFF9-A992EAAC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9A4B2-B3B3-40BE-B693-9C35372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04 AI 視覺與投影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19D76-14E7-4505-B7F5-5DED257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065CD-0C43-4C22-915D-B445FB8E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從球位辨識到練習投影，形成可操作的訓練管線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BEDF0-0769-48EE-9478-712DF810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YOLO metadata 不只用來顯示球框，也被練習、路線、回放與投影輔助共用。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5B390-B546-4FF7-A463-20D4F618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7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208A3-5A91-4633-AC41-4DC36F5A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05385-1D43-4C4A-B4BE-0C37274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相機畫面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A44E0-6CE4-4C40-B90A-B2C78770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桌面端取得即時球桌影像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5A00C-F290-4BEE-8C38-14B281AD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271D7-4546-4064-B829-42D6E7C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CE103-95DB-496E-ABB1-231C21F2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AD2F5-F433-4394-8784-621C4A62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2ED4F-642A-47A9-A010-0F75199B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校正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F46AC-4234-4B12-8B36-4E38E004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ROI、球桌座標、投影校正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7986C-5A13-45AB-825D-5B2FA403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2D88E-312D-4453-9DEB-E4928870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2684C-08E9-4A52-9D5A-38F4361D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7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4495F-87BD-463E-AFAE-4298B352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CB04B-AFAF-4BD3-96E5-DAC6D6D8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YOLO 後處理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145DB-B265-4812-8FDC-F54AA000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球位、球色、球號、穩定狀態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6D88C-646A-4EE2-B48F-60687B50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DB92C-5B99-47A1-A08E-685FD30C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D58D2-FFF2-4963-8543-76383F4D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41A9F-D0C4-4E41-9B3E-2C128B8A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8CC221-DEDF-4665-ADB0-D477CE75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訓練輸出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90B8F-9A96-43B6-BD2E-09AFE16D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輔助線、目標袋口、母球停點、錄影回放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E95C56-CA22-4017-8D61-3915E0F9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0092022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0CA4A-B1E6-47AD-9E35-A069EDEB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47AF7-8787-4DA3-BBD7-3F5B405B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BEADB-1B36-48A9-9AF3-586AC14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022C4-0EEB-43EB-9C93-694927F0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05 AI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B3E98-5C02-4F3A-B71D-DD2DD71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3C272-B1C0-4502-91D0-F14B307C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把原始座標轉成玩家聽得懂的擊球建議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AEB7D-789A-4580-87E7-A0E3211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AI Coach 的價值在語意層：先判斷畫面是否穩定，再把盤面摘要交給模型生成自然建議。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E6E7D-63AC-479D-A70C-F2F920DF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3D06E-35D2-47B3-99D8-AF97008D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AD847-273E-4355-AA8A-008AD852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穩定性偵測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73A63-121F-4E15-A74A-8E266714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以滾動視窗與冷卻機制避免球尚未停止時過早分析。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661B4-3C82-42E4-92BB-711EE2B5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F8B3A-1AF5-41A9-A841-ED5F53E1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82361-6CB8-429E-A73A-69D84E08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語意整理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1348B-626A-41BA-A5F2-ED4CEA6F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將合法目標、袋口清線、阻擋資訊與路線風險整理成 coach context。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15AC6-EB2F-429B-B0DC-67B9AC6B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CE29D-0C7A-4128-97BE-36FD64A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226AE-4877-4063-B7B2-0503A642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產品化輸出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6F3EA-56D6-48E3-A16E-9FC7D017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玩家端不顯示 raw JSON、planner 或內部狀態，而是給可執行的自然語氣建議。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3E4E7-F222-4892-B7A9-ED4AF578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3844615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C076AE-BDE2-490C-BF38-F75B1819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B37B1-502F-4A7F-91B3-A0D6FCC2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69150-7BFB-4F6A-85DC-6A5F3F9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C2ECE-3E39-44F1-B1DB-A2333D56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06 Mobile 與雲端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DF761-C55E-4125-A255-E3F619A7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6565E-258A-417B-92CB-FD61213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Mobile 服務雲端化，但不搬移桌面硬體流程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E1F95-9BD5-457F-A738-60BA4D29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Cloud Run mobile-lite 專注手機 API；相機、YOLO、投影、錄影與 MJPEG 仍由桌面端處理。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CA8C9-732F-4E77-A91D-F6106676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E2ADC-08C6-4FC9-B534-C23BB7AA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051C6-80AB-4D0D-854F-5627BCB4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Expo Mobile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458B1-C93E-4F0F-89C3-03014888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登入、個人頁、社群、好友、封鎖安全、通知與數據入口。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21E87-741B-4BFD-927F-D8F2511F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9B8F2-74F5-4557-9355-41DB434F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DDE7A-D5B8-46E0-AB33-B580A9A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Cloud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13B69-0C1F-4C99-8B36-B0FA3BB5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提供 mobile-lite API、health 與 diagnostics，不載入本機硬體流程。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6746E-00CE-440B-A314-C83F0AB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DB74D-4DF2-4DFB-AE89-408A07DC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F264D-65FF-4DE7-884A-E4DC7B5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4BF0C-96BF-457B-9082-EE20E561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帳號、Session、好友、社群貼文、留言、收藏與 push token 的主資料庫。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EEF87-5D80-43E0-AC14-4D6EC057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5893015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FEEBE8-1E07-4BF6-913D-D5321CD5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C0DEC-EB5D-4B9B-BA62-AFB17465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41387-EA8B-48A5-AE4E-483293A0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461C8-98B3-46F4-86FF-AE46AC9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07 資料與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62EF7-6C7E-4A6E-B55B-5164990B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0BC09-039A-4C2E-B3E5-983A876D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用清楚的資料邊界支撐即時、回放與手機功能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71D0A-0EA7-4071-8338-499B4FC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桌面端資料強調低延遲與回放；手機端資料強調帳號一致性、社群互動與診斷可追蹤。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66132-F778-4AA4-BED3-034CEFB4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4F07F-7327-4AB9-83D4-99EC2978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6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F64"/>
                </a:solidFill>
                <a:latin typeface="Aptos"/>
                <a:ea typeface="Aptos"/>
                <a:cs typeface="Aptos"/>
              </a:rPr>
              <a:t>資料層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E4219-833D-460E-A495-33957BE3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099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6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F64"/>
                </a:solidFill>
                <a:latin typeface="Aptos"/>
                <a:ea typeface="Aptos"/>
                <a:cs typeface="Aptos"/>
              </a:rPr>
              <a:t>主要資料 / 介面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D5D5F-BAE6-4431-8C63-127E49F1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6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F64"/>
                </a:solidFill>
                <a:latin typeface="Aptos"/>
                <a:ea typeface="Aptos"/>
                <a:cs typeface="Aptos"/>
              </a:rPr>
              <a:t>支援功能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1C33D-1524-43B2-9042-6DDE654A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0693F-221A-4EA4-BAA9-B3BBA98E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即時層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F3C80-E76A-4AD2-B450-81BFAD09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MJPEG / WebSocket /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CD466-1103-4149-A3EC-B812A3EA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監控頁、AI Coach、練習狀態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929FF-18D3-4CDF-9396-043B1844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B524F-8C8A-43BC-A439-F9C9EDE2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紀錄層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ED57B-CDA8-43AB-977B-DE287919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10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recordings / events / stats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3898B-24EE-4785-8170-FE305991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0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回放、統計、訓練歷史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30D67-0471-4899-89C8-D6C68E8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B1C27-B174-4305-A973-35AD7B2B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雲端層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4DA53-5A51-46D7-9F5E-228EDD7F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95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mobile_users / profiles / community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9182B-BDB8-44D1-B27E-844CB207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登入、個人頁、社群、好友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8B0FD-242E-4415-82B1-FD3EDEB3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5240E-215C-4504-82A3-62DE390A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診斷層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B4472-01F8-40E9-9F02-CFDD269D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81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cloud-mobile / mobile-profile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DE77BE-549E-48D1-A71C-5552CE79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81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定位 Cloud Run 與 Supabase 設定問題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F61B0-14CE-4B52-AE21-B8980452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004857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25941-4086-43B3-BE17-7A9086C2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69E37-FD11-4B94-8CC3-D51DB9FC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C52BF-341D-49D9-A525-FACCAF70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8BFC9-156F-4B38-8807-8A8A9D2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08 目前成果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3A57E-CA14-4529-B236-237D035E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FC193-0E60-4A04-9DAD-33434B9F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專題已具備從現場到手機的產品流程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6926A-3818-4387-AB31-84D085E7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目前成果橫跨桌面端、AI Coach、遠端存取與 Mobile V1，已不是單點模型展示。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F9694-3403-478D-93C8-235539F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21C6F-F26E-4C6D-A660-B626F6CC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26BD9-1775-49D2-9AE8-18C79FDF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桌面端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B04CE-1D2D-49A7-8237-18A1B16C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48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即時監控、YOLO、投影校正、練習、回放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9F597-7412-4FFC-A8D2-4C5E4448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8EE3C-9CF3-4F64-AE4B-55E5A208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E9D3E-45D9-4770-9256-769FB061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Coach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E1358-A47B-4B59-897C-D058BF4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對話記憶、畫面分析、產生建議、遠端桌面入口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B1E7F-86EC-4271-BA73-5F0987F3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7D07E-EF69-4B11-AD59-C084EE7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0611C-3F7F-4557-8757-228223F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BDB89-5D3E-46AE-8FB2-55CFD276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291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登入、社群、個人頁、好友、封鎖安全、數據總覽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AB62E-B471-470E-B41E-AC7D9A54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57675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5C79B-F88D-4D52-9591-CF91425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57675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B939C-ED4A-4314-90D4-1B366941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672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工程化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77E1B-D397-48AE-A34B-0E256440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291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API 文件、診斷端點、測試規範、部署腳本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73B9A-C072-46B3-BF53-B283B86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20265619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E46CE-3BCA-4C4F-8EC1-B613D139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BE234-9FB5-4E9D-A4A0-18B9FA18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F6173-31B3-4E0D-B9DD-DA2B648E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C1E48-E485-4B4F-965D-5AB33B9F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09 限制與下一步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1DD54-6CEA-4DED-B41B-215AE218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753B6-48F1-4269-927B-A1401CD1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下一階段重點是提高數據可信度與部署穩定性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751FE-B894-44B0-8FD2-BBF5B90E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V1 已能形成訓練閉環；V2/V3 需要補單球事件與更精準的擊球結果量測。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F59E3-C314-444B-B1EF-B053C294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6A957-ED80-4A53-B9DF-3CE01A7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C2C9E-2E58-4E1D-9FB3-F11C65D5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限制 1：硬體依賴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4EEE2-9922-4290-A7E8-7FB65BFE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相機、投影與 GPU 推論仍需桌面端環境，雲端只承接 mobile API。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A0F76-E1E8-49B8-8BF2-38D48627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B7194-A7E4-4A38-85EA-4738D5A5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A7851-2FC5-41BD-87EB-F05B491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限制 2：數據粒度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FDAE0-B279-4670-9234-DBF6FE7C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Mobile V1 分數由對戰、練習次數與近期紀錄保守推估，尚非單球級量測。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7A861-12F2-4E51-A03A-61CFACD4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E4B3C-01BB-4E8B-A6DF-0C693478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E9F32-8215-4BEC-BD8D-D02890D1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限制 3：使用邊界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BD6D7-565D-49E6-8D04-7242BDA0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AI Coach 在遊玩模式需管制，避免即時戰術建議變成作弊輔助。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1E6D3-F54C-4D28-980B-05DD8BB4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3787893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D5D1B-61AA-4DB3-91CA-5091CF75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6C74F-52D8-4865-A7C8-1ED88EB4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95499-3F77-40FE-B608-AF4AB58A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95A81-46A2-4791-AFD9-68CAB3DF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10 結論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47893-8B29-4BE0-AC1E-D65783A7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0025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96D8D-F926-4AE0-807E-E7AD8E91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CueVex 把撞球訓練做成一個可持續迭代的平台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78D18-1F67-4056-A538-FC7DCBE9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價值不只在辨識球，而是把即時畫面、AI 建議、投影練習、回放與手機數據整合成可擴充系統。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BD579-83EB-4354-80B4-135F2C0E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5CC06-981D-4E3B-A32E-6B9BD076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8CD71-9379-455E-8A08-2D8FA298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技術完整性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B49BF-AF96-492B-8A0C-B94F9FE2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涵蓋 computer vision、FastAPI、React、WebSocket、vLLM、Expo、Cloud Run、Supabase。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0EA2D-0DEB-40EA-B196-70CA9DAA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BCAF7-2A90-4C3C-A856-7018C04B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FEE9B-2744-4C5A-B83D-D1869037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使用者價值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10E23-6503-4346-AB9C-B5C6C377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玩家能在現場得到建議，事後回放檢討，並在手機端追蹤練習狀態。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4A27F-2087-4C55-83C9-121645EA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2223E-F69E-46EA-9BE3-E65FBA48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EDC66-FF48-4259-AAC9-991F1AAA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未來方向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79E75-8164-4291-B648-A9497733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補齊單球角度誤差、力道誤差、母球落點與擊球事件，提升 AI Coach 個人化程度。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A6A63-CFEC-425C-AA0F-05E8DDC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300559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2026-06-07T11:34:08.0430000Z</dcterms:created>
  <dcterms:modified xsi:type="dcterms:W3CDTF">2026-06-07T11:34:08.0430000Z</dcterms:modified>
</coreProperties>
</file>